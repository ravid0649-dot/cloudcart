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02920" y="914400"/>
            <a:ext cx="7589520" cy="731520"/>
          </a:xfrm>
        </p:spPr>
        <p:txBody>
          <a:bodyPr/>
          <a:lstStyle/>
          <a:p>
            <a:pPr algn="l"/>
            <a:r>
              <a:rPr sz="3500" b="1">
                <a:solidFill>
                  <a:srgbClr val="275FAA"/>
                </a:solidFill>
              </a:rPr>
              <a:t>KLE TECHNOLOGICAL UNIVERSITY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02920" y="1783080"/>
            <a:ext cx="5760720" cy="1097280"/>
          </a:xfrm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000000"/>
                </a:solidFill>
              </a:rPr>
              <a:t>CloudCart E-commerce Platform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2423160"/>
            <a:ext cx="5669280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00000"/>
                </a:solidFill>
              </a:rPr>
              <a:t>A production-style cloud e-commerce application with secure authentication, catalog management, persistent cart, and order tracking.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355080" y="1783080"/>
          <a:ext cx="4709160" cy="2240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54580"/>
                <a:gridCol w="2354580"/>
              </a:tblGrid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75FAA"/>
                          </a:solidFill>
                        </a:rPr>
                        <a:t>Team Member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275FAA"/>
                          </a:solidFill>
                        </a:rPr>
                        <a:t>USN / ID</a:t>
                      </a:r>
                    </a:p>
                  </a:txBody>
                  <a:tcPr>
                    <a:solidFill>
                      <a:srgbClr val="E8F1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shreya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258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ravi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259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prajwal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0">
                          <a:solidFill>
                            <a:srgbClr val="000000"/>
                          </a:solidFill>
                        </a:rPr>
                        <a:t>250</a:t>
                      </a:r>
                    </a:p>
                  </a:txBody>
                  <a:tcPr>
                    <a:solidFill>
                      <a:srgbClr val="FAFD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160520"/>
            <a:ext cx="10561320" cy="205740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700" b="1">
                <a:solidFill>
                  <a:srgbClr val="275FAA"/>
                </a:solidFill>
              </a:rPr>
              <a:t>Highlights</a:t>
            </a:r>
          </a:p>
          <a:p>
            <a:r>
              <a:rPr sz="1500">
                <a:solidFill>
                  <a:srgbClr val="000000"/>
                </a:solidFill>
              </a:rPr>
              <a:t>• FastAPI + PostgreSQL architecture</a:t>
            </a:r>
          </a:p>
          <a:p>
            <a:r>
              <a:rPr sz="1500">
                <a:solidFill>
                  <a:srgbClr val="000000"/>
                </a:solidFill>
              </a:rPr>
              <a:t>• Render-ready deployment pipeline</a:t>
            </a:r>
          </a:p>
          <a:p>
            <a:r>
              <a:rPr sz="1500">
                <a:solidFill>
                  <a:srgbClr val="000000"/>
                </a:solidFill>
              </a:rPr>
              <a:t>• Admin operations + image upload</a:t>
            </a:r>
          </a:p>
          <a:p>
            <a:r>
              <a:rPr sz="1500">
                <a:solidFill>
                  <a:srgbClr val="000000"/>
                </a:solidFill>
              </a:rPr>
              <a:t>• Real-world UX: multi-page storefront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CloudCart is a full-stack shopping application with real e-commerce workflows.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Built with FastAPI, PostgreSQL, and a browser-based frontend.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Designed for deployment on Render with managed cloud database support.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Architecture &amp; Tech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Backend: FastAPI with modular routers, schema validation, and JWT security.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Database: PostgreSQL via SQLAlchemy ORM and relational table modeling.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Frontend: Responsive HTML/CSS/JS dashboard consuming REST APIs.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Authentication &amp; User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Signup/Login implemented with hashed passwords and JWT access tokens.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User profile update endpoint supports contact and address management.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Order history endpoint returns detailed item-level purchase records.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Product Discovery &amp; 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Public product listing endpoint with category and keyword search.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Filter by price ranges and sort by price, rating, or newest items.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Admin can create, edit, and delete products dynamically.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Cart &amp; Checkout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Persistent cart table stores product quantities per user in database.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Checkout converts cart to order with inventory deduction and totals.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Order status lifecycle supports pending, shipped, and delivered.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Admin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Admin-only routes secured via role-based dependency checks.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Dashboard provides users, products, orders, and revenue analytics.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Admin can track all orders and update shipment status quickly.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Advanced Feature: Image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Product image upload endpoint supports jpg/jpeg/png/webp formats.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Size validation and secure unique filenames prevent collisions.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Uploaded images are served from static storage for product cards.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2920" y="914400"/>
            <a:ext cx="8229600" cy="731520"/>
          </a:xfrm>
        </p:spPr>
        <p:txBody>
          <a:bodyPr/>
          <a:lstStyle/>
          <a:p>
            <a:pPr algn="l"/>
            <a:r>
              <a:rPr sz="3000" b="1">
                <a:solidFill>
                  <a:srgbClr val="275FAA"/>
                </a:solidFill>
              </a:rPr>
              <a:t>Deployment on Render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2920" y="1783080"/>
            <a:ext cx="7589520" cy="4251960"/>
          </a:xfrm>
        </p:spPr>
        <p:txBody>
          <a:bodyPr wrap="square"/>
          <a:lstStyle/>
          <a:p>
            <a:pPr algn="l"/>
            <a:r>
              <a:rPr sz="1800" b="0">
                <a:solidFill>
                  <a:srgbClr val="000000"/>
                </a:solidFill>
              </a:rPr>
              <a:t>• render.yaml defines web service, PostgreSQL, env vars, and start command.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Health endpoint enables uptime checks and deployment monitoring.</a:t>
            </a:r>
          </a:p>
          <a:p>
            <a:pPr algn="l"/>
            <a:r>
              <a:rPr sz="1800" b="0">
                <a:solidFill>
                  <a:srgbClr val="000000"/>
                </a:solidFill>
              </a:rPr>
              <a:t>• Environment-based settings allow smooth dev-to-production promotion.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366760" y="1783080"/>
            <a:ext cx="2697480" cy="425196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600" b="1">
                <a:solidFill>
                  <a:srgbClr val="275FAA"/>
                </a:solidFill>
              </a:rPr>
              <a:t>Value Delivered</a:t>
            </a:r>
          </a:p>
          <a:p>
            <a:r>
              <a:rPr sz="1400">
                <a:solidFill>
                  <a:srgbClr val="000000"/>
                </a:solidFill>
              </a:rPr>
              <a:t>1. Scalability</a:t>
            </a:r>
          </a:p>
          <a:p>
            <a:r>
              <a:rPr sz="1400">
                <a:solidFill>
                  <a:srgbClr val="000000"/>
                </a:solidFill>
              </a:rPr>
              <a:t>2. Security</a:t>
            </a:r>
          </a:p>
          <a:p>
            <a:r>
              <a:rPr sz="1400">
                <a:solidFill>
                  <a:srgbClr val="000000"/>
                </a:solidFill>
              </a:rPr>
              <a:t>3. Maintainability</a:t>
            </a:r>
          </a:p>
          <a:p>
            <a:r>
              <a:rPr sz="1400">
                <a:solidFill>
                  <a:srgbClr val="000000"/>
                </a:solidFill>
              </a:rPr>
              <a:t>4. User Experience</a:t>
            </a:r>
          </a:p>
          <a:p>
            <a:r>
              <a:rPr sz="1400">
                <a:solidFill>
                  <a:srgbClr val="000000"/>
                </a:solidFill>
              </a:rPr>
              <a:t>5. Deployment Readiness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20040" y="804672"/>
            <a:ext cx="11521440" cy="18288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creenshot_2026-04-21_at_10.17.15_AM-37896885-0bba-42b5-9f5f-2bbf461456b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8200" y="54864"/>
            <a:ext cx="3063240" cy="81050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1508760"/>
            <a:ext cx="1024128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400" b="1">
                <a:solidFill>
                  <a:srgbClr val="275FAA"/>
                </a:solidFill>
              </a:rPr>
              <a:t>Thank You</a:t>
            </a:r>
          </a:p>
          <a:p>
            <a:pPr algn="ctr"/>
            <a:r>
              <a:rPr sz="3000" b="1">
                <a:solidFill>
                  <a:srgbClr val="275FAA"/>
                </a:solidFill>
              </a:rPr>
              <a:t>CloudCart - Production-Style E-commerce PaaS on Render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25880" y="4206240"/>
            <a:ext cx="9052560" cy="1828800"/>
          </a:xfrm>
          <a:prstGeom prst="roundRect">
            <a:avLst/>
          </a:prstGeom>
          <a:solidFill>
            <a:srgbClr val="F1F7FF"/>
          </a:solidFill>
          <a:ln>
            <a:solidFill>
              <a:srgbClr val="BED5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1800" b="1">
                <a:solidFill>
                  <a:srgbClr val="275FAA"/>
                </a:solidFill>
              </a:rPr>
              <a:t>Team</a:t>
            </a:r>
          </a:p>
          <a:p>
            <a:r>
              <a:rPr sz="1600" b="1">
                <a:solidFill>
                  <a:srgbClr val="000000"/>
                </a:solidFill>
              </a:rPr>
              <a:t>shreya 258   |   ravi 259   |   prajwal 250</a:t>
            </a:r>
          </a:p>
          <a:p>
            <a:r>
              <a:rPr sz="1600" b="1">
                <a:solidFill>
                  <a:srgbClr val="000000"/>
                </a:solidFill>
              </a:rPr>
              <a:t>KLE TECHNOLOGICAL UNIVERSITY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